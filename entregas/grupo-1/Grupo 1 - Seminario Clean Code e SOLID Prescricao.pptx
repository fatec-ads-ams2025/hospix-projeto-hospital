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118ed2d5649d1" /><Relationship Type="http://schemas.openxmlformats.org/officeDocument/2006/relationships/extended-properties" Target="/docProps/app.xml" Id="R29db507873684b44" /><Relationship Type="http://schemas.openxmlformats.org/officeDocument/2006/relationships/officeDocument" Target="/ppt/presentation.xml" Id="R1b49d5295313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3fb528de949cc"/>
  </p:sldMasterIdLst>
  <p:notesMasterIdLst>
    <p:notesMasterId xmlns:r="http://schemas.openxmlformats.org/officeDocument/2006/relationships" r:id="R5a2660b5b23a466e"/>
  </p:notesMasterIdLst>
  <p:sldIdLst>
    <p:sldId xmlns:r="http://schemas.openxmlformats.org/officeDocument/2006/relationships" id="256" r:id="Ra810241d1091472a"/>
    <p:sldId xmlns:r="http://schemas.openxmlformats.org/officeDocument/2006/relationships" id="257" r:id="Rea3e8503510248ca"/>
    <p:sldId xmlns:r="http://schemas.openxmlformats.org/officeDocument/2006/relationships" id="258" r:id="Rd5f8cbebee674690"/>
    <p:sldId xmlns:r="http://schemas.openxmlformats.org/officeDocument/2006/relationships" id="259" r:id="R0810e53175f64657"/>
    <p:sldId xmlns:r="http://schemas.openxmlformats.org/officeDocument/2006/relationships" id="260" r:id="Rb7282e6843f24b48"/>
    <p:sldId xmlns:r="http://schemas.openxmlformats.org/officeDocument/2006/relationships" id="261" r:id="R16bfe2e100674357"/>
    <p:sldId xmlns:r="http://schemas.openxmlformats.org/officeDocument/2006/relationships" id="262" r:id="R10cd35be22384ec8"/>
    <p:sldId xmlns:r="http://schemas.openxmlformats.org/officeDocument/2006/relationships" id="263" r:id="Rc95b34dffc84447c"/>
    <p:sldId xmlns:r="http://schemas.openxmlformats.org/officeDocument/2006/relationships" id="264" r:id="R81079640d13a4c7c"/>
    <p:sldId xmlns:r="http://schemas.openxmlformats.org/officeDocument/2006/relationships" id="265" r:id="R94f796c844974b2d"/>
    <p:sldId xmlns:r="http://schemas.openxmlformats.org/officeDocument/2006/relationships" id="266" r:id="Rb96ebe7cdc8e408e"/>
    <p:sldId xmlns:r="http://schemas.openxmlformats.org/officeDocument/2006/relationships" id="267" r:id="R651294c7f6e04041"/>
    <p:sldId xmlns:r="http://schemas.openxmlformats.org/officeDocument/2006/relationships" id="268" r:id="R7dce0dccbce8436a"/>
    <p:sldId xmlns:r="http://schemas.openxmlformats.org/officeDocument/2006/relationships" id="269" r:id="R4d97992a35634e81"/>
    <p:sldId xmlns:r="http://schemas.openxmlformats.org/officeDocument/2006/relationships" id="270" r:id="R4367c18de16f4031"/>
    <p:sldId xmlns:r="http://schemas.openxmlformats.org/officeDocument/2006/relationships" id="271" r:id="Racc8b470176145be"/>
    <p:sldId xmlns:r="http://schemas.openxmlformats.org/officeDocument/2006/relationships" id="272" r:id="Rc4f97abae61a4507"/>
    <p:sldId xmlns:r="http://schemas.openxmlformats.org/officeDocument/2006/relationships" id="273" r:id="R28969674bd0346bc"/>
    <p:sldId xmlns:r="http://schemas.openxmlformats.org/officeDocument/2006/relationships" id="274" r:id="R6fb35c44869a4583"/>
    <p:sldId xmlns:r="http://schemas.openxmlformats.org/officeDocument/2006/relationships" id="275" r:id="R017b510c77cb48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d934396584871" /><Relationship Type="http://schemas.openxmlformats.org/officeDocument/2006/relationships/slideMaster" Target="/ppt/slideMasters/slideMaster1.xml" Id="Re2a3fb528de949cc" /><Relationship Type="http://schemas.openxmlformats.org/officeDocument/2006/relationships/notesMaster" Target="/ppt/notesMasters/notesMaster1.xml" Id="R5a2660b5b23a466e" /><Relationship Type="http://schemas.openxmlformats.org/officeDocument/2006/relationships/presProps" Target="/ppt/presProps.xml" Id="R333bccd2391245c8" /><Relationship Type="http://schemas.openxmlformats.org/officeDocument/2006/relationships/viewProps" Target="/ppt/viewProps.xml" Id="R2658cd98ef084edb" /><Relationship Type="http://schemas.openxmlformats.org/officeDocument/2006/relationships/tableStyles" Target="/ppt/tableStyles.xml" Id="R6eab7348ac5d45e5" /><Relationship Type="http://schemas.openxmlformats.org/officeDocument/2006/relationships/slide" Target="/ppt/slides/slide1.xml" Id="Ra810241d1091472a" /><Relationship Type="http://schemas.openxmlformats.org/officeDocument/2006/relationships/slide" Target="/ppt/slides/slide2.xml" Id="Rea3e8503510248ca" /><Relationship Type="http://schemas.openxmlformats.org/officeDocument/2006/relationships/slide" Target="/ppt/slides/slide3.xml" Id="Rd5f8cbebee674690" /><Relationship Type="http://schemas.openxmlformats.org/officeDocument/2006/relationships/slide" Target="/ppt/slides/slide4.xml" Id="R0810e53175f64657" /><Relationship Type="http://schemas.openxmlformats.org/officeDocument/2006/relationships/slide" Target="/ppt/slides/slide5.xml" Id="Rb7282e6843f24b48" /><Relationship Type="http://schemas.openxmlformats.org/officeDocument/2006/relationships/slide" Target="/ppt/slides/slide6.xml" Id="R16bfe2e100674357" /><Relationship Type="http://schemas.openxmlformats.org/officeDocument/2006/relationships/slide" Target="/ppt/slides/slide7.xml" Id="R10cd35be22384ec8" /><Relationship Type="http://schemas.openxmlformats.org/officeDocument/2006/relationships/slide" Target="/ppt/slides/slide8.xml" Id="Rc95b34dffc84447c" /><Relationship Type="http://schemas.openxmlformats.org/officeDocument/2006/relationships/slide" Target="/ppt/slides/slide9.xml" Id="R81079640d13a4c7c" /><Relationship Type="http://schemas.openxmlformats.org/officeDocument/2006/relationships/slide" Target="/ppt/slides/slide10.xml" Id="R94f796c844974b2d" /><Relationship Type="http://schemas.openxmlformats.org/officeDocument/2006/relationships/slide" Target="/ppt/slides/slide11.xml" Id="Rb96ebe7cdc8e408e" /><Relationship Type="http://schemas.openxmlformats.org/officeDocument/2006/relationships/slide" Target="/ppt/slides/slide12.xml" Id="R651294c7f6e04041" /><Relationship Type="http://schemas.openxmlformats.org/officeDocument/2006/relationships/slide" Target="/ppt/slides/slide13.xml" Id="R7dce0dccbce8436a" /><Relationship Type="http://schemas.openxmlformats.org/officeDocument/2006/relationships/slide" Target="/ppt/slides/slide14.xml" Id="R4d97992a35634e81" /><Relationship Type="http://schemas.openxmlformats.org/officeDocument/2006/relationships/slide" Target="/ppt/slides/slide15.xml" Id="R4367c18de16f4031" /><Relationship Type="http://schemas.openxmlformats.org/officeDocument/2006/relationships/slide" Target="/ppt/slides/slide16.xml" Id="Racc8b470176145be" /><Relationship Type="http://schemas.openxmlformats.org/officeDocument/2006/relationships/slide" Target="/ppt/slides/slide17.xml" Id="Rc4f97abae61a4507" /><Relationship Type="http://schemas.openxmlformats.org/officeDocument/2006/relationships/slide" Target="/ppt/slides/slide18.xml" Id="R28969674bd0346bc" /><Relationship Type="http://schemas.openxmlformats.org/officeDocument/2006/relationships/slide" Target="/ppt/slides/slide19.xml" Id="R6fb35c44869a4583" /><Relationship Type="http://schemas.openxmlformats.org/officeDocument/2006/relationships/slide" Target="/ppt/slides/slide20.xml" Id="R017b510c77cb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f130daa5a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f87563aa704d8b" /><Relationship Type="http://schemas.openxmlformats.org/officeDocument/2006/relationships/notesMaster" Target="/ppt/notesMasters/notesMaster1.xml" Id="R04bc6169a15046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ed7385e633465a" /><Relationship Type="http://schemas.openxmlformats.org/officeDocument/2006/relationships/notesMaster" Target="/ppt/notesMasters/notesMaster1.xml" Id="R6a616aca5bca4b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0e504218f4cb0" /><Relationship Type="http://schemas.openxmlformats.org/officeDocument/2006/relationships/notesMaster" Target="/ppt/notesMasters/notesMaster1.xml" Id="R502073bc64914d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00d70d8a8541a2" /><Relationship Type="http://schemas.openxmlformats.org/officeDocument/2006/relationships/notesMaster" Target="/ppt/notesMasters/notesMaster1.xml" Id="R5dbbb224ee0a4e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f8bc55ea554557" /><Relationship Type="http://schemas.openxmlformats.org/officeDocument/2006/relationships/notesMaster" Target="/ppt/notesMasters/notesMaster1.xml" Id="R0a29876c102a4e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caa2f08fa4190" /><Relationship Type="http://schemas.openxmlformats.org/officeDocument/2006/relationships/notesMaster" Target="/ppt/notesMasters/notesMaster1.xml" Id="R94074f2489a845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4ad40f3ed64685" /><Relationship Type="http://schemas.openxmlformats.org/officeDocument/2006/relationships/notesMaster" Target="/ppt/notesMasters/notesMaster1.xml" Id="R042fb02ddfa143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9a6b5fccc4553" /><Relationship Type="http://schemas.openxmlformats.org/officeDocument/2006/relationships/notesMaster" Target="/ppt/notesMasters/notesMaster1.xml" Id="Re0bd5cd3a3db45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42a70c7c94d94" /><Relationship Type="http://schemas.openxmlformats.org/officeDocument/2006/relationships/notesMaster" Target="/ppt/notesMasters/notesMaster1.xml" Id="R16db9f59b8dd4d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75210425b942bd" /><Relationship Type="http://schemas.openxmlformats.org/officeDocument/2006/relationships/notesMaster" Target="/ppt/notesMasters/notesMaster1.xml" Id="R5f194e63758b4d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6489113a984f51" /><Relationship Type="http://schemas.openxmlformats.org/officeDocument/2006/relationships/notesMaster" Target="/ppt/notesMasters/notesMaster1.xml" Id="R6c7334d5f38e4e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d0a2d88ff4dce" /><Relationship Type="http://schemas.openxmlformats.org/officeDocument/2006/relationships/notesMaster" Target="/ppt/notesMasters/notesMaster1.xml" Id="R7e66d848dd5641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799fe08634be5" /><Relationship Type="http://schemas.openxmlformats.org/officeDocument/2006/relationships/notesMaster" Target="/ppt/notesMasters/notesMaster1.xml" Id="R92afb063d5fb42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e9210305f74db8" /><Relationship Type="http://schemas.openxmlformats.org/officeDocument/2006/relationships/notesMaster" Target="/ppt/notesMasters/notesMaster1.xml" Id="R1625370ca79f40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6507304b4d4d62" /><Relationship Type="http://schemas.openxmlformats.org/officeDocument/2006/relationships/notesMaster" Target="/ppt/notesMasters/notesMaster1.xml" Id="Rffcdf33b53b844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c0dcd1adbd4463" /><Relationship Type="http://schemas.openxmlformats.org/officeDocument/2006/relationships/notesMaster" Target="/ppt/notesMasters/notesMaster1.xml" Id="Rb79ceea4c0854c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7c918db3ff4b96" /><Relationship Type="http://schemas.openxmlformats.org/officeDocument/2006/relationships/notesMaster" Target="/ppt/notesMasters/notesMaster1.xml" Id="R3c196010274d4c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99a525f6a34493" /><Relationship Type="http://schemas.openxmlformats.org/officeDocument/2006/relationships/notesMaster" Target="/ppt/notesMasters/notesMaster1.xml" Id="R5f5e79b3f4f749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587a23dd7f4ab5" /><Relationship Type="http://schemas.openxmlformats.org/officeDocument/2006/relationships/notesMaster" Target="/ppt/notesMasters/notesMaster1.xml" Id="Rf15be2133e6f4b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ee4268afd24b85" /><Relationship Type="http://schemas.openxmlformats.org/officeDocument/2006/relationships/notesMaster" Target="/ppt/notesMasters/notesMaster1.xml" Id="R73e59c75c4f5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87c3ce0c1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25e7bd5944b73" /><Relationship Type="http://schemas.openxmlformats.org/officeDocument/2006/relationships/slideLayout" Target="/ppt/slideLayouts/slideLayout1.xml" Id="R375a33ba7285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5a33ba7285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b5a3d21c4ab3" /><Relationship Type="http://schemas.openxmlformats.org/officeDocument/2006/relationships/notesSlide" Target="/ppt/notesSlides/notesSlide1.xml" Id="Refc2b2ccf9c7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a78839b554abc" /><Relationship Type="http://schemas.openxmlformats.org/officeDocument/2006/relationships/notesSlide" Target="/ppt/notesSlides/notesSlide2.xml" Id="R08de73cf07fb4f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afdc2f6674734" /><Relationship Type="http://schemas.openxmlformats.org/officeDocument/2006/relationships/notesSlide" Target="/ppt/notesSlides/notesSlide3.xml" Id="R0237d4214bf2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44ee884204a87" /><Relationship Type="http://schemas.openxmlformats.org/officeDocument/2006/relationships/notesSlide" Target="/ppt/notesSlides/notesSlide4.xml" Id="R7f9188ef41e6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71de4cbfc4ecd" /><Relationship Type="http://schemas.openxmlformats.org/officeDocument/2006/relationships/notesSlide" Target="/ppt/notesSlides/notesSlide5.xml" Id="R26b8f9c0d388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c8e901b80456f" /><Relationship Type="http://schemas.openxmlformats.org/officeDocument/2006/relationships/notesSlide" Target="/ppt/notesSlides/notesSlide6.xml" Id="Ref9d5c6b25a649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cf3281be244ff" /><Relationship Type="http://schemas.openxmlformats.org/officeDocument/2006/relationships/notesSlide" Target="/ppt/notesSlides/notesSlide7.xml" Id="R2d0a5c7ef37c4f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120f21c0c4e69" /><Relationship Type="http://schemas.openxmlformats.org/officeDocument/2006/relationships/notesSlide" Target="/ppt/notesSlides/notesSlide8.xml" Id="R798d1181709b4d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22a3205b34666" /><Relationship Type="http://schemas.openxmlformats.org/officeDocument/2006/relationships/notesSlide" Target="/ppt/notesSlides/notesSlide9.xml" Id="R16cc28373da645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31bf587994165" /><Relationship Type="http://schemas.openxmlformats.org/officeDocument/2006/relationships/notesSlide" Target="/ppt/notesSlides/notesSlide10.xml" Id="R99b07d58503544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303203c774eef" /><Relationship Type="http://schemas.openxmlformats.org/officeDocument/2006/relationships/notesSlide" Target="/ppt/notesSlides/notesSlide11.xml" Id="Rcf45a0d91313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9d3456bfc4be0" /><Relationship Type="http://schemas.openxmlformats.org/officeDocument/2006/relationships/notesSlide" Target="/ppt/notesSlides/notesSlide12.xml" Id="Rb31cf05228ad44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c10461e414403" /><Relationship Type="http://schemas.openxmlformats.org/officeDocument/2006/relationships/notesSlide" Target="/ppt/notesSlides/notesSlide13.xml" Id="Rb34e229639c042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12f98d4d483a" /><Relationship Type="http://schemas.openxmlformats.org/officeDocument/2006/relationships/notesSlide" Target="/ppt/notesSlides/notesSlide14.xml" Id="Rdc465666bdf745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5bcc15c3f4b3b" /><Relationship Type="http://schemas.openxmlformats.org/officeDocument/2006/relationships/notesSlide" Target="/ppt/notesSlides/notesSlide15.xml" Id="R28c3983478ac42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107648c0439c" /><Relationship Type="http://schemas.openxmlformats.org/officeDocument/2006/relationships/notesSlide" Target="/ppt/notesSlides/notesSlide16.xml" Id="Rdafbbd7f600348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7c126ebe54815" /><Relationship Type="http://schemas.openxmlformats.org/officeDocument/2006/relationships/notesSlide" Target="/ppt/notesSlides/notesSlide17.xml" Id="R55682e9c501d4c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ee5408fbf44fd" /><Relationship Type="http://schemas.openxmlformats.org/officeDocument/2006/relationships/notesSlide" Target="/ppt/notesSlides/notesSlide18.xml" Id="R469dfaa6e8a643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6cefaa0e24679" /><Relationship Type="http://schemas.openxmlformats.org/officeDocument/2006/relationships/notesSlide" Target="/ppt/notesSlides/notesSlide19.xml" Id="R4ae9be39d90f41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10f0d3219425e" /><Relationship Type="http://schemas.openxmlformats.org/officeDocument/2006/relationships/notesSlide" Target="/ppt/notesSlides/notesSlide20.xml" Id="Rdf0be20b257749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4F25E-2EF5-436D-9802-2B6EB747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C28E5-6F20-4992-9C28-EB3F9EDF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3CF1C-B3BB-43C9-8897-23FA92E4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879C8-581B-46BF-A932-5CB5FE54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1D6C-DD9F-4272-8A48-B4FE2525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5B175-5A13-47D2-B89C-ACA19889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SEMINARIO DE ENGENHARIA DE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EDB61-9E81-422D-BF5F-BC41FA65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Clean Code e SOLID no modulo de prescricao medica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FA106-B3BF-42B7-9C9F-D93EAF6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7316-1FFC-454D-9AD4-204B07E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 | Sistema Hospitalar Inteligente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A51B9-F629-4217-BDD6-2D5D2EE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4A07E-FEAF-4CF5-875B-BCC4F4F1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D46C7-D8A4-473E-BA25-9085CA1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Pergunta norteadora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6BF5B-56B2-41E6-A96C-960DCFED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Como escrever codigo sustentavel em sistemas hospitalares complexos?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1ACCF-41C3-4583-8611-007B5A0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9376C-A4A6-48B2-B12A-1F2E7B7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CC86F-7BB8-4C35-AF70-1C11BD38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Recorte do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F653A-F822-4507-8A89-5C93C85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Cadastro de prescricao, medicamentos, horarios, validacao e separacao de responsabilidades.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FE644-F03C-4699-A7EA-4EBE675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826C6-47B0-4148-9CD3-BBA9D91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7C150-A82D-49D0-9557-878E4A6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F6266-4473-4143-B8A4-523738E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00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Trabalho escrito 12-15 paginas + apresentacao de 50 minutos.</a:t>
            </a:r>
          </a:p>
        </p:txBody>
      </p:sp>
    </p:spTree>
    <p:extLst>
      <p:ext uri="{BB962C8B-B14F-4D97-AF65-F5344CB8AC3E}">
        <p14:creationId xmlns:p14="http://schemas.microsoft.com/office/powerpoint/2010/main" val="16974560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2035F-9B34-4836-B6C5-D4F5FC71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88A9-5F92-40D7-9E83-EE715B7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22D1A-71CD-4EF6-BD17-573DF8A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1078-9851-49D5-9099-F3A0C75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0DCF9-CD5D-443C-AC59-DD0A73D8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A7E41-C486-4E48-A191-956E4CC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ROTEIRO DE 50 MINUTOS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CCEB-FF2E-4ECB-848F-88038DC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apresentacao segue a estrutura obrigatoria da atividade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EB008-A51B-40FA-8F9E-ABBD021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259C-8045-4ED0-AC49-DBD8D6F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Introducao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B2D9A-FBCD-4C68-A4D7-EF3BDFC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860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EE1C-CE55-45DE-B17F-AA7370BB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7C7FB-2DDE-4940-B467-F883626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479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Teoria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45F88-C80C-4C6B-BC8B-52247DA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860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03D0C-7B9F-4058-8BDC-657244BF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6DA14-E07F-4937-A421-CBCCC72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Aplicacao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1A633-2EB3-4BFC-A8CA-9210FCF3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860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76AC0-0554-44AA-B354-2EACCE30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6B4C0-5E22-42E5-B14C-2A74AEE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479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Conclusao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A6B4E-66E1-442B-A32E-EB7C961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EDCDB-4F12-470A-9B6D-894F8EDF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EA5A7-31F6-472C-A725-AC8397F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443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Entrega escrita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3DB87-B368-419E-A0C9-8DE531B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4438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12 a 15 paginas com introducao, fundamentacao, aplicacao pratica, codigo/modelagem, discussao, conclusao e referencias.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BE41D-49EE-43D0-9883-8ECBCB22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4489D-2E52-407E-8027-72C5FA4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17CFF-E018-40B9-8D09-3F7C686B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443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Entrega oral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8B901-5558-4953-B273-5087C6B9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438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Mostrar codigo, explicar refatoracao, comparar antes vs depois e responder a pergunta do Tema 01.</a:t>
            </a:r>
          </a:p>
        </p:txBody>
      </p:sp>
    </p:spTree>
    <p:extLst>
      <p:ext uri="{BB962C8B-B14F-4D97-AF65-F5344CB8AC3E}">
        <p14:creationId xmlns:p14="http://schemas.microsoft.com/office/powerpoint/2010/main" val="2215546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6FA2B-7E52-42C8-90AE-7F1DA9E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BE8E-B12A-4163-8B98-0019AE94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E02E5-2B22-4BBD-A91B-74705F4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7DCE9-1A80-4910-925F-77225B71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7D3C9-B661-4E90-9B43-DD958E3D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3469C-B280-41A8-B68D-4C5635E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CONTEXTO COMUM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99DF-3947-4926-ACAC-CFD3458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 Grupo 1 olha o mesmo hospital pela lente da qualidade do codigo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5D0C-2DC6-44B7-827A-2C2C97E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Os tres grupos usam o mesmo sistema: pacientes, internacoes, prescricoes, exames, faturamento e comunicacao entre setores.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9961F-ADD9-4160-BD7F-233D45A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E2C4C-6B35-41EB-93F3-9CB5E04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729E3-86A3-495D-BDFB-3F12FFB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EA766-1553-4657-8602-65F34EC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Qualidade do codigo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Clean Code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SOLID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Refatoracao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C8B01-92DF-4E79-A9B9-FAD42DA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EC582-69E4-4E80-8F9A-729489B3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06EB4-D80B-40BF-B399-D662CC7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4896-B9E4-4458-8F83-08EE087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Regras de negocio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Politicas de internacao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Alta e faturamento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51D9E-8566-4A16-8160-3E01EB1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B6DCA-24A7-487E-A6E9-B833297C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F093B-6C8D-4B3C-BA5B-6E4961BB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72240-D4D1-442A-BD0F-CE39875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Arquitetura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Camadas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Dominio e infraestrutura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534E3-6F10-4FB1-B056-7E184F5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62500"/>
            <a:ext cx="561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D6C92-8568-408A-9E1A-C22F854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Mesmo vocabulario: paciente, internacao, prescricao, exame, leito e fatura</a:t>
            </a:r>
          </a:p>
        </p:txBody>
      </p:sp>
    </p:spTree>
    <p:extLst>
      <p:ext uri="{BB962C8B-B14F-4D97-AF65-F5344CB8AC3E}">
        <p14:creationId xmlns:p14="http://schemas.microsoft.com/office/powerpoint/2010/main" val="1492827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DF5A8-6CA1-4F7E-AD30-88704B2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1595B-9E06-47AF-ADA8-A584DAD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AC1C4-1209-4AB0-95C3-21CB6CCE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63CF1-2E58-4DD4-B8A2-FAC88E0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A5F82-114F-46FE-AAE6-0DF03B0E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E24D5-8F90-44AA-A44B-50C6422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8A5C9-565B-4F4C-9718-662137E7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 legado, prescricao fica dentro de um service que faz quase tudo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0D699-3379-40CE-A59A-F8B306F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BB885-1CAA-42A7-ADF0-D1F445C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16F0-F2BE-490A-A6E7-D9AE291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HospitalController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5CF93-7C05-4871-8912-C2E9B5A6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Recebe HTTP e chama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FA2DC-7014-4C2F-8B91-4B871EB2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9C323-FEF0-420C-9252-A70179D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BA899-3F13-4E36-8823-B51507F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HospitalService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B0572-EDD4-45CC-AA61-2A467F1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3105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Pacientes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Internacoes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Prescricoes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Exames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Alta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Alertas</a:t>
            </a:r>
          </a:p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Faturamento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D59D6-4404-4433-8ACF-82F56FC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50A69-76AC-46AC-9F51-C0737D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3B2E8-F9E4-42E7-AEC5-F000E08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9547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HospitalDbContext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BFD69-AF61-4804-80F2-BDE7514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38375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DbSet e SaveChanges direto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E9CE2-07C9-4461-814E-D5E16B6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669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9ED08-40C0-4D56-B415-67016D14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F2687-4E42-4C98-9DB0-DD225F30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28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Classe com varios motivos para mudar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Regra de prescricao misturada com persistencia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Strings de status e validacoes espalhadas</a:t>
            </a:r>
          </a:p>
        </p:txBody>
      </p:sp>
    </p:spTree>
    <p:extLst>
      <p:ext uri="{BB962C8B-B14F-4D97-AF65-F5344CB8AC3E}">
        <p14:creationId xmlns:p14="http://schemas.microsoft.com/office/powerpoint/2010/main" val="17417956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18FC1-C98C-41D2-9E84-FF5E1CF9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CFF7E-6AE5-4474-9D64-2BF80DC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BE9D-5699-4540-B6DA-F5510DDD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0ADBB-EEC8-4F21-ACBF-0D5D960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7AB32-FB70-4371-BFDE-75EF300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A6882-1FD2-407B-B182-73FEBEF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CODIGO LEGADO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37333-AA16-4487-9F38-255CD37A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 problema nao e so tamanho: e mistura de decisao, banco e resposta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C2CEF-61C7-4003-A7D8-E0A9434C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000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D6082-72DC-4C48-A2DE-D728EB72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7000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FBD2-B9E9-4B82-B754-D8EB05D4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6772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HospitalService.CreatePrescription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72842-93F7-4595-A349-81C67B3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67341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if (string.IsNullOrWhiteSpace(request.MedicineName) ||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string.IsNullOrWhiteSpace(request.Dose))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throw new InvalidOperationException(...);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if (request.FrequencyHours &lt;= 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throw new InvalidOperationException(...);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if (request.EndAt &lt;= request.StartAt)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throw new InvalidOperationException(...);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var admission = db.Admissions.FirstOrDefault(...);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if (admission == null || admission.Status != "INTERNADO")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throw new InvalidOperationException(...);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db.Prescriptions.Add(prescription);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db.SaveChanges();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2BC5A-2962-448B-A501-FB7D4E7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3FC4C-1C2C-4C7A-8534-BE0E1C8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D4BBE-14D7-4D82-8AEC-7F5AB170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478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Problema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B6B20-B514-4089-A8EC-05B22B07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90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Validacao, consulta ao banco, criacao e persistencia no mesmo fluxo.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38831-1E43-46E8-B8B4-5889BEF9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A4903-291F-4110-B57F-FB5C768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B4D7C-E824-447D-AF03-D81ED45F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43225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Problema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70C55-223F-4B1C-A9D9-8613981D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86125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Status como string: "INTERNADO" e "ATIVA".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5BA25-1A5F-428A-A6B0-3E6FB398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48372-98D5-4F45-9F3F-C3407AF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82AA6-8CAC-4F47-AD8E-E885801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386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Problema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B3A0E-40AD-4ADA-9384-246B6AE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815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Teste isolado fica mais dificil por depender do DbContext direto.</a:t>
            </a:r>
          </a:p>
        </p:txBody>
      </p:sp>
    </p:spTree>
    <p:extLst>
      <p:ext uri="{BB962C8B-B14F-4D97-AF65-F5344CB8AC3E}">
        <p14:creationId xmlns:p14="http://schemas.microsoft.com/office/powerpoint/2010/main" val="13877055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749B8-74A2-4C5D-A42D-5B8D165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4AE7F-F060-4971-8920-ECC8A04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E223D-3F9B-4569-9511-E68C99F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F05F4-6918-4BEE-916C-022717F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71FE3-6207-4337-837E-E381E0D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D076F-14B1-4860-AC34-068E932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F762C-737E-4715-ABC2-9F38F22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Em hospital, codigo confuso vira custo de manutencao e risco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2EB2F-F53C-445E-9170-E0047AA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F7F7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7BD26-87AA-47B6-A12F-82B9096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 regra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3D212-D36A-46DA-BAD1-FEF77FD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pode afetar alta, alerta e faturamento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D9A0B-E7EC-4808-ABC8-37F12D4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16AAA-2DF4-4577-AC4A-FD77961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1932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415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74151"/>
                </a:solidFill>
                <a:latin typeface="Aptos Display"/>
                <a:ea typeface="Aptos Display"/>
                <a:cs typeface="Aptos Display"/>
              </a:rPr>
              <a:t>1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A048B-576B-4C9B-AC40-4FC96AB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670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vira ponto unico de mudanca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DED76-6298-4F41-974F-338A705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92CAB-5CC9-42C4-840F-27FEA99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19325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+ risco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93C10-E5C6-4FF6-BB55-95A5AFA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quando regra fica implicita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65C80-6466-4EF2-A914-7E16994E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4787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0">
            <a:solidFill>
              <a:srgbClr val="F1F7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67DFB-2C39-482F-9F8C-9BA125F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19325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rPr>
              <a:t>- clareza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5900B-127E-40E2-80E2-F2A6700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670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para manutencao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1994D-5537-43D2-951F-FAB4E97A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971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C23F7-3474-49A9-9449-9426A57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199D3-6149-40FE-9F82-D98ED83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90975"/>
            <a:ext cx="939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Traducao para o dominio hospitalar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0AA47-6182-4FA8-BD9F-FF8C9841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33875"/>
            <a:ext cx="9391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Prescricao nao e so uma linha no banco. Ela influencia alertas, bloqueio de alta, historico clinico e cobranca. Por isso, regra importante precisa aparecer no codigo de forma explicita.</a:t>
            </a:r>
          </a:p>
        </p:txBody>
      </p:sp>
    </p:spTree>
    <p:extLst>
      <p:ext uri="{BB962C8B-B14F-4D97-AF65-F5344CB8AC3E}">
        <p14:creationId xmlns:p14="http://schemas.microsoft.com/office/powerpoint/2010/main" val="14395416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91E12-3831-4E69-9DAD-5980F3F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FACD7-B92B-4208-9C9D-489E72C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F8832-8CC5-4A7F-9259-A9926285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2E91B-4B86-4C66-BF95-6A0816A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2C8-E6D7-4A9A-9873-69AA22B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96664-C95B-42C4-BD2B-C8810A5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FUNDAMENTACAO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6551-5B5E-4B60-BF6A-D824599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Clean Code transforma a prescricao em um fluxo legivel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9EC07-7378-48C6-B345-32DA020F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F768-4368-42A3-8EB9-0876FEB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5CA0-B70A-4910-9EB8-CB4F743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0225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Nomes significativos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3379-FA6C-452A-8640-D9B7B41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43125"/>
            <a:ext cx="30099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CreatePrescriptionUseCase, Admission, Prescription, Dosage e DateRange usam termos do hospital.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ADB96-D9B3-4358-82EC-7916679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5C8D-BF59-411F-9AEB-72FEB9C0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0C7EC-1172-4694-8AEE-3C4BB25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00225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Metodos curtos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F736F-2CA7-4BAC-981C-0FEC3877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30099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 fluxo principal fica legivel: buscar internacao, adicionar prescricao, salvar e retornar DTO.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8E2F2-DF9C-4A72-B151-1C1A1B6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CB397-3909-4BCE-9D91-7676D7E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9CE1B-0239-4A15-B510-4E70D2B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0225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Organizacao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92571-C8A1-43F2-A01D-661AB2D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30099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Validacao invariavel fica no dominio; persistencia fica na infraestrutura.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F7D45-5067-46CE-8C6C-185B211A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828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2DBEF-9155-4A58-B477-A8B7F16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00FDE-03A5-4960-9CF8-5D348F9D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95725"/>
            <a:ext cx="796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E324C-A838-4E76-98FE-52A72E85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38625"/>
            <a:ext cx="796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 codigo deixa de obrigar o leitor a descobrir a regra por varias condicionais e passa a contar a historia do caso de uso.</a:t>
            </a:r>
          </a:p>
        </p:txBody>
      </p:sp>
    </p:spTree>
    <p:extLst>
      <p:ext uri="{BB962C8B-B14F-4D97-AF65-F5344CB8AC3E}">
        <p14:creationId xmlns:p14="http://schemas.microsoft.com/office/powerpoint/2010/main" val="14346541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A878F-4B98-47AD-B0A7-EC6E823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52A45-E67F-4252-A2BF-661A7F8E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813FA-E709-4866-8F18-242C86A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A6F5B-02D8-4AC2-BF2F-DFD558EC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6B932-9E98-4C4A-A124-C414F72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4BF6-723D-499C-9F8C-B9F06152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SRP, OCP E DIP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0F44-8EB5-40FB-9054-93DAB5B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SOLID foi aplicado onde ele resolve problemas reais do projeto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13D6-D6EF-4C7E-8DDD-28F7A26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AEC27-67DD-481D-975F-1D02823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3E3BA-F694-478F-B5A7-228F441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SRP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16ADE-9539-48F8-BCA2-970078A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19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CreatePrescriptionUseCase cria prescricao.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Prescription valida prescricao.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Dosage valida dose.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0E575-CF44-41CB-9DB6-093315D9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9FABE-E165-4299-A534-1DD3A73E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54B8E-B0C1-4CA8-8B60-7D3A614B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66CBE-4091-486D-9FC6-7A184EC5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819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Application depende de IAdmissionRepository e IUnitOfWork.</a:t>
            </a:r>
          </a:p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EF Core fica fora do caso de uso.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FF01B-D4DB-4C60-931C-F4BE8F7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9E806-A521-4AE9-8BAC-A12D3910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7665E-D516-401E-BFBF-FD88BFF5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8EE9A-551A-4052-A74E-F9F32E5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819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Novas regras de alerta entram por IAlertRule, sem alterar o orquestrador.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F1886-034D-49D7-95E5-C4042AD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1615B-4A68-484C-802D-C84F8CE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Apenas os principios aplicados ao projeto, como pedido no Tema 01</a:t>
            </a:r>
          </a:p>
        </p:txBody>
      </p:sp>
    </p:spTree>
    <p:extLst>
      <p:ext uri="{BB962C8B-B14F-4D97-AF65-F5344CB8AC3E}">
        <p14:creationId xmlns:p14="http://schemas.microsoft.com/office/powerpoint/2010/main" val="1160140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0F4B3-00C3-44AE-AEFB-760E17B2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C6212-0776-4EFF-ACC9-B01C739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8006D-ED3E-4A0B-8BBC-0935F15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C7536-844D-41B4-B0FE-4D717CF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D0869-70AA-4700-B68A-A406F29A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3DA9B-4C61-4C2F-87CE-89FB601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ANTES -&gt; 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EC916-7F39-4CEE-ABA6-65AA795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refatoracao preserva o comportamento e muda a organizacao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5514D-A2E3-4510-BCFA-7A8A5C0A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F6BDF-2606-47C8-98BF-D60059F8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Isolar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caso de 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A5545-06F8-4BA8-8358-9F4B7F0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431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71B06-BBDA-4C7E-B13E-37FF54E0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27C2B-BA1D-4952-9CD1-FC1A7A9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050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Mover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validacoes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CC6FF-8BCC-430C-AB3B-F320A7DD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514A5-FA3B-4040-9E19-C57B709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9C1E2-21C6-4929-AC99-6B7C3A0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050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Depender de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1992D-761B-4F8D-A354-EC77A9B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4315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C6460-F245-45F0-B9E3-5BA039E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E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70A1B-6E76-4CF9-B3EE-BF34126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05025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Testar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comportamento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6AAFD-BA1C-45EC-AD65-5B6AC7E8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37745-A7B5-4CEE-939A-BC05AC2B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251B0-815A-4169-9536-610B27C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82C67-45B6-42BB-A82E-2ED446C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4248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HospitalService cria prescricao, consulta banco, valida dados e salva diretamente.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7D1EA-1821-4D43-AE3A-3290F43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270BC-E5A8-411E-9033-C806BAC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B9052-4668-4904-B64A-B16BFC10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4810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Depois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FA11E-4717-4A18-B079-78E8629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248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case orquestra; Admission, Prescription, Dosage e DateRange protegem regras.</a:t>
            </a:r>
          </a:p>
        </p:txBody>
      </p:sp>
    </p:spTree>
    <p:extLst>
      <p:ext uri="{BB962C8B-B14F-4D97-AF65-F5344CB8AC3E}">
        <p14:creationId xmlns:p14="http://schemas.microsoft.com/office/powerpoint/2010/main" val="8434880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68D19-3AF3-4FAF-AE7F-A103A51D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0ABDC-AC26-4C5B-9AA4-DB7473D4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2E9A6-EFC1-4AAC-81BF-6E679891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B2A0C-1574-497C-940A-AE4D5473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BD051-8CD2-4090-8411-30DF21C4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0F671-C219-4BFC-8D6C-4F2E0E0B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ED98E-CFC5-414B-94CB-4B7E2582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 engineered, o caso de uso orquestra e o dominio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3814F-6C29-4FB5-9BD7-0BEF6A5C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52AC2-065F-4A13-8520-F8DE14E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Prescriptions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FCC10-FFBE-432E-A453-11C05E3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7E947-8E2B-48E1-A8B9-895311E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38375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1B242-CB06-4390-84E4-8833F91B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90775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CreatePrescription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BB472-9179-4B1D-A9D1-8B95CF1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DDEE-709B-43F0-835C-E279E09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38375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3C390-DC4F-4E8E-9FC8-BDACF98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90775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Admission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95000-561F-4854-8128-E5373AE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4D1F6-0E54-4103-B7F7-3E5BFC3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0C8B8-99DF-4688-BE6D-357136B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90775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Prescription +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Value Objects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F56AE-6D99-41BB-B0B7-BA59D7C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89C09-3E11-4DE9-B06F-CF751943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359B4-91EF-4613-B09A-4553DA5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90775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UnitOfWork +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BC2DC-94B7-4A16-B873-52D8A135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981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F92CA-58B8-4047-BBC7-E81DAAB4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782BA-BDE8-483E-A38D-89A20C0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38600"/>
            <a:ext cx="948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Leitura da arquitetura no ponto do Grupo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25301-A928-4031-A6E0-123AB0F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81500"/>
            <a:ext cx="948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separacao nao existe por enfeite: ela deixa claro quem recebe HTTP, quem orquestra, quem valida regra e quem persiste.</a:t>
            </a:r>
          </a:p>
        </p:txBody>
      </p:sp>
    </p:spTree>
    <p:extLst>
      <p:ext uri="{BB962C8B-B14F-4D97-AF65-F5344CB8AC3E}">
        <p14:creationId xmlns:p14="http://schemas.microsoft.com/office/powerpoint/2010/main" val="21474598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A4C77-2F76-4757-B13D-ACA8BFC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3FC2C-1AE9-47FF-BA73-60F5B03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C8BD3-6C6D-4D02-92C1-616C3A22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5FE15-99C3-4B70-A455-5EF53B1A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752D8-A375-4DBA-8D7C-54F8B2B1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D512C-A340-48C3-95F2-2487E3B5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CODIGO 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B188-9313-4638-83E4-98C1298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 caso de uso fica curto porque delega regras para objetos certos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9E69-5280-44FD-A050-A1F435EB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3527C-AE73-41C8-885B-24C689E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0F77D-237D-4674-9AB7-9261391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701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CreatePrescriptionUseCase.ExecuteAsync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71C09-88A9-4CE6-9B3E-1AB2C0F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19300"/>
            <a:ext cx="6972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var admission = await admissions.GetByIdAsync(request.AdmissionId, ct)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?? throw new DomainException("Internacao nao encontrada.");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var prescription = admission.AddPrescription(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Guid.NewGuid(),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request.MedicineName,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new Dosage(request.Dose),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request.FrequencyHours,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new DateRange(request.StartAt, request.EndAt));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await unitOfWork.SaveChangesAsync(ct);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return HospitalMapping.ToDto(prescription);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2CA73-07D9-4022-BBC3-357CFF2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D1340-24E8-4E6B-B3A2-10761E73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4F698-F28D-403A-B8D0-3CD468A4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95475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Orquestracao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87163-BEBD-4C28-92AA-40F3A5B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38375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 use case mostra o fluxo, nao todos os detalhes.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2E04C-21D1-4643-A867-A3E6391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0D7E6-779D-4CFF-874C-C29D74CE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4F544-35CA-49D5-B1A3-F879D69D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81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Dominio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90595-511C-4290-A577-FF764A5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24250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Admission.AddPrescription valida internacao ativa.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E2688-EBA6-42F4-9021-AD2E777F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02DDD-3437-403E-BE51-398BF78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DB638-A43C-4D9A-A116-08226A2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67225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2796F-9D9D-4055-90AB-BD43F45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0125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Salvar e responsabilidade do Unit of Work.</a:t>
            </a:r>
          </a:p>
        </p:txBody>
      </p:sp>
    </p:spTree>
    <p:extLst>
      <p:ext uri="{BB962C8B-B14F-4D97-AF65-F5344CB8AC3E}">
        <p14:creationId xmlns:p14="http://schemas.microsoft.com/office/powerpoint/2010/main" val="16734644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8F17C-74E3-48B0-88D3-2F46806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CC36A-57F1-4A60-9138-18801DA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E2487-FF17-46F7-A981-A4992AF4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E05C3-7BCC-4314-8319-76ACFC8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8492D-A376-4C8A-B5A1-5049378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17CD4-79F6-4025-82CF-845964EE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VALUE OBJECTS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03EF-4F2A-4239-92D3-678FBD11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Dose e periodo foram separados porque carregam regras do 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88698-7D02-4C97-80A3-CF2F82E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3242B-81B1-4275-B5DE-4509AB2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F39D2-2A7A-4C76-9635-3BCA8239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DE806-8E9D-4CA1-A094-57C20D3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5910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public Dosage(string value)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if (string.IsNullOrWhiteSpace(value))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throw new DomainException("Dose e obrigatoria.");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Value = value.Trim();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F7917-D770-4E81-BC1C-F5F84A1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34CEB-4108-4391-8284-F7E7476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85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FAC13-D8D7-404D-B03A-0E2F928C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81175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F2047-440C-485D-AD6D-94E5BCCF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5910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public DateRange(DateTime startAt, DateTime endAt)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if (endAt &lt;= startAt)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throw new DomainException("Data final deve ser posterior...");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StartAt = startAt;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EndAt = endAt;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A512D-0A00-434D-81C2-E9E3C23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2F370-380A-486A-A4E6-25E37BC8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5F415-DA34-47E5-B5CB-56ACFEC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95850"/>
            <a:ext cx="862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Por que separar?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060B5-F840-401B-8CB5-46FFBED8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0"/>
            <a:ext cx="862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Porque dose e periodo nao sao dados soltos: eles impedem estados invalidos em qualquer ponto que tente criar uma prescricao.</a:t>
            </a:r>
          </a:p>
        </p:txBody>
      </p:sp>
    </p:spTree>
    <p:extLst>
      <p:ext uri="{BB962C8B-B14F-4D97-AF65-F5344CB8AC3E}">
        <p14:creationId xmlns:p14="http://schemas.microsoft.com/office/powerpoint/2010/main" val="17151823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FD721-2D41-44E1-8B3A-E3A88C3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6B690-C86D-4584-B1F4-061FD8A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35DDC-C876-413D-BCE1-055600C5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4D052-455F-4EEF-8658-7B435E8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D45BB-6F32-48E1-B3B9-B1998B67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653C-D022-49BF-9502-89AB5E71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SOLID APLICADO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190D-F43C-4305-8ACA-1B123B2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SRP: cada classe passa a ter um motivo principal para mudar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64A99-9F05-455F-A3AD-AA2112A1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CEFB1-D8B6-4FEC-A309-123EAE2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42034-BE91-4593-80EC-788C05F3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43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Legado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BCAE-5E2F-44C8-872E-83542543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2152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HospitalService muda por dashboard, paciente, leito, internacao, prescricao, exame, alta e faturamento.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24C33-BCB2-48FB-BDB2-0E2BC59D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1681-797A-4879-B962-56B3C73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7CAC1-921D-4366-8116-C79AAF18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57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12390-7966-4E0B-89B8-9970CF4B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0250"/>
            <a:ext cx="21526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Muda quando muda o fluxo de criar prescricao.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BDF4-85FC-4990-969D-7B69D86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A5989-D6D7-4B43-9CF5-B05E687E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A03A3-76B1-4AD2-B18A-AA5163A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00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Dominio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E314A-19B4-47E7-92E9-939A776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3250"/>
            <a:ext cx="21526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Muda quando muda regra da prescricao.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3B1C3-8138-4F24-AD14-F3B5255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4F05B-9FF2-4B45-BFBC-C45A337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52F54-2908-4C7C-8B4F-3ECCD6C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Value 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EB923-7BBD-4AE6-BB66-03235A7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0"/>
            <a:ext cx="21526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Mudam quando muda dose ou periodo.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0B7C9-99B4-4818-B031-79F3CBBA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C38B6-E016-48AD-AF02-546E474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23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78763-6E6C-4827-BA1B-2D3BF97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EFC39-F67C-4927-B8BF-B177BAE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714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37044-1B3B-4E1A-B22D-78F0E348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F667E-F42D-4D35-9D26-460E3EF0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28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Ganho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F35686-DFCE-45CE-B1BC-7F1B70AA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390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Menos efeito colateral e mais facilidade para localizar regra.</a:t>
            </a:r>
          </a:p>
        </p:txBody>
      </p:sp>
    </p:spTree>
    <p:extLst>
      <p:ext uri="{BB962C8B-B14F-4D97-AF65-F5344CB8AC3E}">
        <p14:creationId xmlns:p14="http://schemas.microsoft.com/office/powerpoint/2010/main" val="1369052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689E5-5135-4F99-B682-652C9D74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580B0-6326-4DCB-B16D-D1E6B45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7D26F-25C6-4447-BD6E-2A3D28BD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BBA8F-E726-42B9-8F7A-81AEF430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F8E6E-B190-4CBB-8346-27EA4051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3AEA8-3A72-4AAB-951F-FC0D1580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SOLID APLICADO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FC9F-B215-4770-A4CC-828A3D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DIP: o caso de uso depende de contratos, nao de EF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FB45B-7446-4A73-B6F5-41914315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0CF8-BCD3-4338-96BF-C5090F7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13EC0-129A-476B-BA14-060C6A9B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51A73-6DA6-4952-93B4-D7D26673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5336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CreatePrescriptionUseCase depende de contratos.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70E3E-4282-4753-9B7A-13062DD5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49FE3-215B-489F-98DC-D582F25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A1B62-C727-4065-B65D-84D1F5D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621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IAdmissionRepository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C2CE2-32E2-4468-8FB5-98363B99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0500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Busca internacao por 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F332B-B135-40A0-9536-D8525E9A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798C0-FD98-4059-9B42-6438EF4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AF905-3633-4E15-8F42-E068AF66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IUnitOfWork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EACD3-7F90-42B3-BEA7-E5D9AE7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Salva alteracoes.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54A0F-0282-467D-86D2-E44AC13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094A6-F7F6-4FFF-9E2E-D72F068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FD130-72AC-4AE2-B04E-FFF35B2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4167C-55AC-470E-9999-E23E83A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25336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EfHospitalRepository implementa os contratos usando EF Core.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0DBA7-129A-40C2-9796-2C867E5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33625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E188A-2E44-4426-9F4B-DF353332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0375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01B1B-06AD-4371-A06E-4459C18E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C1474-4144-4667-A332-FCE0BE8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0375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C1CA2-5A1E-48C2-B8BF-BB2B6D0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363B9-32E6-49F2-A13F-0C7262D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O caso de uso pode ser testado com fake repository, sem banco real</a:t>
            </a:r>
          </a:p>
        </p:txBody>
      </p:sp>
    </p:spTree>
    <p:extLst>
      <p:ext uri="{BB962C8B-B14F-4D97-AF65-F5344CB8AC3E}">
        <p14:creationId xmlns:p14="http://schemas.microsoft.com/office/powerpoint/2010/main" val="2816845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8C6EF-67CA-4654-B77B-102B030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2F0D1-73E4-4461-8C24-2A523F90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4E08A-84FF-44B2-A22B-0F42ABFF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8AFEB-EE90-4E4C-973A-0A5B90F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16422-3E2D-455F-9C92-0D53D09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6D237-9753-4D26-A806-894FC27E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SOLID APLICADO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BC808-A32D-4F7A-BEB0-8B65D99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OCP aparece nas regras de alerta, sem editar o orquestrador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283C0-2F52-4CD9-807C-B20FEA3C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33EC0-F22E-4544-BEA1-4C99693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BF89E-50F5-407C-9B90-7A418AB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D8D14-B11D-407C-96E6-675D1E6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19300"/>
            <a:ext cx="4686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public interface IAlertRule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IEnumerable&lt;AlertDto&gt; Evaluate(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HospitalAlertContext context);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A8996-32E5-4418-B388-72AA28B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9B2E7-99F2-440B-8E3D-0B5C040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94017-E671-46F0-9458-DC5394E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57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PendingExamAlertRule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AF71D-F472-409C-820A-C8EE504E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00250"/>
            <a:ext cx="2152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Alerta para exames pendentes.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03D1E-C6B7-4D9D-9D3B-CDD4022D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0F9F5-DB49-43C4-B86D-B9456A4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9AEA7-6752-4ACA-82A8-8BD2DFB5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57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ActivePrescriptionAlertRule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6D365-96E2-41FC-9F7D-A7313857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2152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Alerta para prescricoes ativas.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709BE-4C62-476D-AFA2-7C87060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C3461-E450-4B5E-B6EE-7ABD4CC5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B691E-E857-4743-B1A3-80280143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86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BlockedDischargeAlertRule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3D308-5D4F-4190-B7EA-57020E9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29000"/>
            <a:ext cx="2152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Alerta de alta bloqueada.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8AAFE-EEB8-43A1-8D13-C122CF0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086E0-875B-4DCD-80FF-7AA1827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77D6-E6AE-419C-822C-CE5F393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Nova regra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83B83-CDE5-426C-8CFA-837874AD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2152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Entra como nova classe, sem reabrir o orquestrador.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05057-A6A0-4818-A18C-F63B97B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FF860-6DF2-40CE-AF9C-DFB4307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428E9-6511-4070-BA74-2499884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86350"/>
            <a:ext cx="824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Observacao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BDF921-B1A9-4C12-A4CB-4119C4D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824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OCP aparece em funcionalidade ligada a prescricao: alertas baseados em prescricoes ativas.</a:t>
            </a:r>
          </a:p>
        </p:txBody>
      </p:sp>
    </p:spTree>
    <p:extLst>
      <p:ext uri="{BB962C8B-B14F-4D97-AF65-F5344CB8AC3E}">
        <p14:creationId xmlns:p14="http://schemas.microsoft.com/office/powerpoint/2010/main" val="4858390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9D35F-EDD2-42D5-AF9B-4D678ADC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D7410-9E1C-4441-AAB8-7580BA6B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C9830-2D9B-4335-9A3D-663C7D5A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51904-E6EE-4BAC-83AA-0168F1F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447F-89A0-4541-ADC4-A4F068D1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D57A9-16E1-44A8-AD8D-95C7EC82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VALIDACAO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40DA0-5212-4E8D-85A2-25D16B7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entrega usa ferramenta de analise e testes como 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9DD8A-A785-45E4-A42F-BDDBC58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946AF-1ED8-4515-A3C2-A40B506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812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80CB1-6C5E-42BC-821F-10D309BA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28875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falhas no dotnet 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516FF-D092-4AEA-BF08-A60E214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1605F-E1CB-4939-9B26-9BCF738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812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4/4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EECE9-6571-4981-9205-36DE1242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428875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testes de dominio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BCF4A-E63D-401A-B3EE-6F752FC4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0">
            <a:solidFill>
              <a:srgbClr val="F1F7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764A7-5309-45D3-9780-F60B0A56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812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5F5C"/>
                </a:solidFill>
                <a:latin typeface="Aptos Display"/>
                <a:ea typeface="Aptos Display"/>
                <a:cs typeface="Aptos Display"/>
              </a:rPr>
              <a:t>3/3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AAAE5-EC2F-40EF-B433-5027BD53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28875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testes de aplicacao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1475C-95DC-4AEE-8A08-2172EE2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0975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F7F7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97FC5-21D7-4E2C-BDA2-79F0AACE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8120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2/2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65FC9-89B5-4EB4-A491-CE5D514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28875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testes legado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932A5-B0E0-42F6-B909-5339B69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923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AB988-4E7E-49C8-9A0E-C41E468F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516D0-E54C-4E65-8E25-E7EB118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781425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Comandos usados como evidencia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D8325-A993-4706-AA9D-A7327BE3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14800"/>
            <a:ext cx="897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dotnet format .\Hospital.Engineered.slnx --verify-no-changes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dotnet test .\backend\tests\Hospital.Domain.Tests\Hospital.Domain.Tests.csproj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dotnet test .\backend\tests\Hospital.Application.Tests\Hospital.Application.Tests.csproj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dotnet test .\tests\HospitalLegacy.Api.Tests\HospitalLegacy.Api.Tests.csproj --no-build</a:t>
            </a:r>
          </a:p>
        </p:txBody>
      </p:sp>
    </p:spTree>
    <p:extLst>
      <p:ext uri="{BB962C8B-B14F-4D97-AF65-F5344CB8AC3E}">
        <p14:creationId xmlns:p14="http://schemas.microsoft.com/office/powerpoint/2010/main" val="164997254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463D4-26A8-465F-96C2-8994CA0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5154E-FE04-47C1-8BB3-671DDCC4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DFDFA-89C0-4A74-A61D-869992B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1A33-E2FF-4047-9546-15AD346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F149E-5C00-423F-90C7-4490DFC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9C83B-30D5-45EF-8A0E-738A3165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ANTES VS DEPOIS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46D71-3042-4B30-A1B0-CF61A98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Comparacao final: o engineered custa mais arquivos, mas reduz custo de mudanca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8502-D35D-44E0-9D9F-C0E6C587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00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8FFB4-415B-421E-8B7D-D7FAA0D2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A042-4DCE-4B59-A13F-59C1D4D7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467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Legado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6D15-C033-4C14-8FE4-A76DCC9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676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Service geral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DbContext direto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Status em string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Validacao no fluxo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Baixa testabilidade isolada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Simples de desenhar, caro de manter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BDBD1-CE43-4017-8629-1E7983A5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5000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2EF05-AB9F-486F-ACE6-E0609469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458B4-02F9-406C-AD6A-E99AF2C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00225"/>
            <a:ext cx="4676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Engineered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E0865-B3C7-47E4-AC2D-C763787B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43125"/>
            <a:ext cx="4676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Caso de uso especifico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Interfaces de repositorio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Enums e value objects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Regras no dominio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Teste com fake repository</a:t>
            </a:r>
          </a:p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- Mais arquivos, menor custo de mudanca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635B5-8B56-45AD-A347-64C3D731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B556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4B5563"/>
                </a:solidFill>
                <a:latin typeface="Aptos Display"/>
                <a:ea typeface="Aptos Display"/>
                <a:cs typeface="Aptos Display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7100382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919A7-FA0E-42B6-AE1A-120E6EC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0E10F-0675-44D3-8F20-7CBD68E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036A5-266F-4312-AA8C-339B764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AF9D8-12DD-41A3-8A5E-2A749210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C86F8-901E-4AD2-B2EF-EA12004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CBD48-DFF4-4720-A571-9D93082F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APRESENTACAO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41877-ADB8-4593-BB23-F1AD061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Roteiro de demonstracao para a fala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191D2-84B0-4C61-9D88-8E320A3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33C81-EC45-45F0-9109-9BB0ADFA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836E7-76BF-4AC7-A66D-A2F238BB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Mostrar legado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51B84-178A-4DF0-9FDE-CF9E488D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2152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Abrir HospitalService.CreatePrescription e apontar mistura de responsabilidades.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02051-5D6F-4CFD-98F3-8668427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09E95-E58D-48D9-852E-784D5DD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94250-E8AF-4E24-AD3C-F795527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52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Mostrar engineered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7F7F0-BD73-4A9E-BC4C-54749DC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95500"/>
            <a:ext cx="2152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Abrir CreatePrescriptionUseCase e Admission.AddPrescription.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7E2B5-A566-4C51-A49F-41A7BC4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5C76D-6064-4A30-A04B-FF4408C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50495-F8AC-4167-A48F-98EF64F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Mostrar validacao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C761D-8D0E-42BA-A6A0-57ED5C2C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152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Abrir Dosage, DateRange e teste CreatePrescriptionUseCase_creates_valid_prescription.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E5BA3-D162-4CBE-AF09-C40A701F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192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AD1A5-228C-497C-A398-AA3EF68B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EB019-F47C-4D13-8C72-A54985B3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52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Fechar comparacao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44C47-584C-4DA4-A15A-394D398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152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Explicar por que a solucao e coerente para sistema hospitalar complexo.</a:t>
            </a:r>
          </a:p>
        </p:txBody>
      </p:sp>
    </p:spTree>
    <p:extLst>
      <p:ext uri="{BB962C8B-B14F-4D97-AF65-F5344CB8AC3E}">
        <p14:creationId xmlns:p14="http://schemas.microsoft.com/office/powerpoint/2010/main" val="176339196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21D04-3ABD-4BEC-B3A3-F2AC18EB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6076-5D20-4F11-85A6-442509BE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4780E-8721-43B2-8D85-C051FEA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41BA0-634F-4358-A7C4-66A3254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74205-E086-4180-98AD-4F152827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1ABD1-5B40-4A29-B1FE-DDFA51AC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INTEGRACAO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49637-FEEB-44DB-9A96-E19AF8CA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continuidade entre os grupos fica clara pelo mesmo 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6ED80-6901-4827-8B00-C61082C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8A50-A224-4319-B8AE-DED2391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9CF6A-93E7-43A3-9B0F-DD74647D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431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716C0-3992-4EB4-A136-E53A1C5F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Codigo sustentavel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Clean Code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SOLID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Refatoracao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D69A6-3B63-4442-AD41-EE46900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71A59-1FA7-4161-9EEC-B74DE6A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CD77F-2C05-44A5-974A-82285019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431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71C8F-24A1-4331-8FB6-1FD61BDB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Regras de negocio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Internacao ativa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Alta bloqueada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Faturamento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F55CB-FA8A-42A4-82A6-7A7C205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55382-4713-46CC-9DB3-EF8BB62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14CE2-5305-4C1E-AA7E-4B00414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431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Grupo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3660D-5B74-44DD-B605-43D7474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2914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Arquitetura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Camadas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Repositorios</a:t>
            </a:r>
          </a:p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Servicos externos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034E6-9ECE-4D2A-9317-198BB1FA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A86D0-7E81-4B34-85F6-E8354A20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012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Continuidade: codigo bom sustenta regras; arquitetura organiza codigo e dominio</a:t>
            </a:r>
          </a:p>
        </p:txBody>
      </p:sp>
    </p:spTree>
    <p:extLst>
      <p:ext uri="{BB962C8B-B14F-4D97-AF65-F5344CB8AC3E}">
        <p14:creationId xmlns:p14="http://schemas.microsoft.com/office/powerpoint/2010/main" val="18858498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676D2C-064E-40C3-BA82-4002EB2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A9DCE-8BF1-4B7A-8B2F-4980D37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00899-94E4-4F6E-BE4D-E31E034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E081-C7FF-43E4-A35C-803EC47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Grupo 1 - Qualidade do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FD0DC-92C8-4367-B79E-1B3C979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slide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EE6CF-43A3-4FB2-B876-FDF3B08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F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F5C"/>
                </a:solidFill>
                <a:latin typeface="Aptos"/>
                <a:ea typeface="Aptos"/>
                <a:cs typeface="Aptos"/>
              </a:rPr>
              <a:t>CONCLUSAO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8FADF-342F-4E9D-934E-06A9ED93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Codigo sustentavel deixa regra clinica explicita, testavel e evolutiva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DF0B4-6913-4C8A-B801-B73A2AF1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933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3EB44-3B8F-48F7-A361-9218FDD3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7D0CB-6795-4F83-9703-88983ED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00225"/>
            <a:ext cx="901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Resposta ao Tema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7D234-0922-4FB0-8FE0-2FBD5A3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43125"/>
            <a:ext cx="901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Codigo sustentavel em hospital nasce quando regra importante fica explicita no dominio, fluxo de aplicacao fica curto, dependencias apontam para abstracoes e comportamento e validado por testes.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6A098-0E80-4AB7-BED2-F6B9043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B045-FEB7-4518-9BB9-FAE855E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Clareza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E4FAA-EEAC-409F-A957-8BC64EB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195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7D949-8D7E-4E8D-B1D6-C670C5E4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290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94468-28B1-4A36-BB38-AF1B76C1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81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Responsabilidade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F94C8-DF27-4B3B-AE16-6E3ECD4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95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EB786-08A6-4E02-A250-D5A88B8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BA0FF-FB74-452B-AF21-D4B922EC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Abstracao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AACB5-3BD3-422B-9E0D-493A37BD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19525"/>
            <a:ext cx="133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BE0BF-9AC9-4E1F-9972-0AF38A8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2505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60A76-FBD4-4922-95E0-705CBF3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81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2249A-40EF-4657-89B5-B2EC626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Perguntas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066A3-8231-440D-B0B3-20C44EBD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5C"/>
          </a:solidFill>
          <a:ln xmlns:a="http://schemas.openxmlformats.org/drawingml/2006/main" w="0">
            <a:solidFill>
              <a:srgbClr val="0F5F5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3158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2026-06-05T00:37:02.5440000Z</dcterms:created>
  <dcterms:modified xsi:type="dcterms:W3CDTF">2026-06-05T00:37:02.5440000Z</dcterms:modified>
</coreProperties>
</file>